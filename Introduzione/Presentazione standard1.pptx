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6" r:id="rId4"/>
    <p:sldId id="264" r:id="rId5"/>
    <p:sldId id="265" r:id="rId6"/>
    <p:sldId id="261" r:id="rId7"/>
    <p:sldId id="262" r:id="rId8"/>
    <p:sldId id="260" r:id="rId9"/>
    <p:sldId id="258" r:id="rId10"/>
    <p:sldId id="259" r:id="rId11"/>
    <p:sldId id="257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A24DC9-F163-A547-4AF7-7DF8974D6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9D6B1CF-4761-C6A0-ABD6-E6A3219AA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D81F52-73B1-D957-A970-3E2F14C06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C0E8CA-F9E1-52C5-3031-7C93F949D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562084-D32F-D359-5201-27D5CF8D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980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6E6BA2-3B91-5774-26E2-E75DB1AD3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A52747-FA6E-4F38-DD2E-804F91912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1B40A1-B495-1C28-D7E0-F3C1D2AC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DDDCAA-0C81-B175-A9EF-D1F04DF2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86C368-0112-B9C6-D96E-7F0203DD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330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2FAD3C-86B7-8BBC-2B27-FE48052F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4ADA1D-0D63-0FE8-357A-DB927D155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9C5BEE-C221-5B91-CCF4-D8AB8C1A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9BF184-A9D0-5F9C-6E91-8886D1C7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D1C0E8-F91E-FEC4-4C57-D8512031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163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A9421B-76EB-342A-610B-41B00E93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038334-F6C8-2189-0E03-23EE2A53D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1B04850-5DA9-D942-5F45-97CA8134A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A443AFF-2329-A834-2FF2-D4174678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67C0B8-145F-D135-38D9-D1D927D1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59C3D5-E8E6-03D8-EF61-AF5A1A7A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564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846688-718A-96C1-3B79-15ACC7CC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758A58-3AA4-32AC-7C57-D15C9E8BB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13939E9-07CD-C2ED-772C-3B7C654C6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4CB6491-BE38-DE64-F0C7-910343ECA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85AAC3-C313-930A-3675-0B91D911D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3A5CA20-A183-060A-6360-01D90F5E2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004A937-04E8-D959-4211-3E9D1A3D0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4ECB5E2-B353-35E1-1389-6F790E8FF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053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D2870-F60F-B756-50C6-8665D0C4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9BDCFB1-C135-2FC3-B25C-1EAFED91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B28F7BC-8587-C5C7-4386-52FF74701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F7E8F08-C53D-484F-0B67-9896F0FA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904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53D7E7A-FD88-2A41-9EB1-E10244EA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CC7D71B-8435-72ED-9F63-EA48BB5B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C2F35E-795F-F0FA-61FF-5189EB54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295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3F3329-F0E6-4DDD-4D8F-BEF2C60E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59994E-12F4-3624-C2DD-E95E50212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9B188EF-4AC9-5212-D06F-BD7DA7376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5EC4B1-159E-2D0F-B0AE-70576588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F1E59AD-58D5-55AC-E32B-9A5AE2DD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AFC55BA-AF98-3C5D-9B20-EC484FD5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5187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C4E2AF-681A-D867-681E-54DA0E5D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F33D0B4-8A12-86EC-286B-E84224C98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1501282-08F6-8A7B-8CCD-0D0EBF2F7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29EE76B-F64E-145D-ADA8-216FF5EC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75DBD5-AD43-FDD2-5392-01C7C26D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7013DB7-35E9-2457-4E79-4A9E88ADB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919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A58D42-D9CE-1237-9A35-D5A1D1344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B71E8EF-83CB-5F9C-5712-0C375289B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8B18EF-1148-3D6D-9A66-CC958D34D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F1EBA6C-2F9F-6E5F-C713-3522B361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E1F4FF-10A1-9841-1A1B-4004E987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461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567285D-6D77-D7A8-B01F-CB3B1371B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9D1148C-C82E-68BB-4975-992CCC0B1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8241A1-13C5-33F0-AA0F-7D48BF260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8C3D6C-4014-D4AF-AE38-90BF0560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09636B-4B4A-ECD4-3647-05CDC542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5722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9723843-A296-7871-111E-3C564101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86ECC3F-4AFB-2A0D-2575-73EC32D5F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3B2D2D-22D6-5AB3-BF25-8BC358CB0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7166D-EA0D-4ED1-BA0B-1681D1F43D1B}" type="datetimeFigureOut">
              <a:rPr lang="it-IT" smtClean="0"/>
              <a:t>15/07/2024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4D0AD6-AF89-106C-5F81-E1D72F80E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7D4195-C10E-8620-BDD7-162D0098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B4C2D-A90C-4F61-BCD7-F4BDE5BAB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52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3ED1A56B-31C6-D2E6-5E9A-9FB54871F76F}"/>
              </a:ext>
            </a:extLst>
          </p:cNvPr>
          <p:cNvGrpSpPr/>
          <p:nvPr/>
        </p:nvGrpSpPr>
        <p:grpSpPr>
          <a:xfrm>
            <a:off x="5000625" y="2386012"/>
            <a:ext cx="4616945" cy="2085975"/>
            <a:chOff x="5000625" y="2386012"/>
            <a:chExt cx="4616945" cy="2085975"/>
          </a:xfrm>
        </p:grpSpPr>
        <p:pic>
          <p:nvPicPr>
            <p:cNvPr id="5" name="Immagine 4" descr="Immagine che contiene clipart&#10;&#10;Descrizione generata automaticamente">
              <a:extLst>
                <a:ext uri="{FF2B5EF4-FFF2-40B4-BE49-F238E27FC236}">
                  <a16:creationId xmlns:a16="http://schemas.microsoft.com/office/drawing/2014/main" id="{81058D8B-A0DF-26EA-C60F-739A21CF0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0625" y="2386012"/>
              <a:ext cx="2190750" cy="2085975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21B0EBC3-B6AE-40AD-9D23-551A9AE28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5300" y="2386012"/>
              <a:ext cx="1502270" cy="1769002"/>
            </a:xfrm>
            <a:prstGeom prst="rect">
              <a:avLst/>
            </a:prstGeom>
          </p:spPr>
        </p:pic>
      </p:grpSp>
      <p:sp>
        <p:nvSpPr>
          <p:cNvPr id="9" name="Freccia in giù 8">
            <a:extLst>
              <a:ext uri="{FF2B5EF4-FFF2-40B4-BE49-F238E27FC236}">
                <a16:creationId xmlns:a16="http://schemas.microsoft.com/office/drawing/2014/main" id="{5C96ED59-C7D6-1319-304F-163FDFD29B10}"/>
              </a:ext>
            </a:extLst>
          </p:cNvPr>
          <p:cNvSpPr/>
          <p:nvPr/>
        </p:nvSpPr>
        <p:spPr>
          <a:xfrm>
            <a:off x="2325950" y="1597981"/>
            <a:ext cx="266330" cy="5504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08FD6692-15D5-7F61-DFFD-C522B9B23FC2}"/>
              </a:ext>
            </a:extLst>
          </p:cNvPr>
          <p:cNvSpPr/>
          <p:nvPr/>
        </p:nvSpPr>
        <p:spPr>
          <a:xfrm rot="16200000">
            <a:off x="3730102" y="1386397"/>
            <a:ext cx="266330" cy="5504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285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o 18">
            <a:extLst>
              <a:ext uri="{FF2B5EF4-FFF2-40B4-BE49-F238E27FC236}">
                <a16:creationId xmlns:a16="http://schemas.microsoft.com/office/drawing/2014/main" id="{B698203C-F803-BFA4-A1B6-3D60573DEBB7}"/>
              </a:ext>
            </a:extLst>
          </p:cNvPr>
          <p:cNvGrpSpPr/>
          <p:nvPr/>
        </p:nvGrpSpPr>
        <p:grpSpPr>
          <a:xfrm>
            <a:off x="2050417" y="1169209"/>
            <a:ext cx="8248030" cy="4519582"/>
            <a:chOff x="2050417" y="1169209"/>
            <a:chExt cx="8248030" cy="4519582"/>
          </a:xfrm>
        </p:grpSpPr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8D2FAE6E-4AF4-EF77-7D83-F2717737B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50417" y="1169209"/>
              <a:ext cx="8248030" cy="4349708"/>
            </a:xfrm>
            <a:prstGeom prst="rect">
              <a:avLst/>
            </a:prstGeom>
          </p:spPr>
        </p:pic>
        <p:cxnSp>
          <p:nvCxnSpPr>
            <p:cNvPr id="7" name="Connettore 2 6">
              <a:extLst>
                <a:ext uri="{FF2B5EF4-FFF2-40B4-BE49-F238E27FC236}">
                  <a16:creationId xmlns:a16="http://schemas.microsoft.com/office/drawing/2014/main" id="{520FF103-15B6-E276-5417-90669D60F4D7}"/>
                </a:ext>
              </a:extLst>
            </p:cNvPr>
            <p:cNvCxnSpPr/>
            <p:nvPr/>
          </p:nvCxnSpPr>
          <p:spPr>
            <a:xfrm>
              <a:off x="4847208" y="3071674"/>
              <a:ext cx="6835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ttore 2 7">
              <a:extLst>
                <a:ext uri="{FF2B5EF4-FFF2-40B4-BE49-F238E27FC236}">
                  <a16:creationId xmlns:a16="http://schemas.microsoft.com/office/drawing/2014/main" id="{D5344C61-641A-BF10-38B9-40809A9B1941}"/>
                </a:ext>
              </a:extLst>
            </p:cNvPr>
            <p:cNvCxnSpPr/>
            <p:nvPr/>
          </p:nvCxnSpPr>
          <p:spPr>
            <a:xfrm>
              <a:off x="4163628" y="3268462"/>
              <a:ext cx="6835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E49A0503-0589-8CA1-0442-1992E212B157}"/>
                </a:ext>
              </a:extLst>
            </p:cNvPr>
            <p:cNvCxnSpPr/>
            <p:nvPr/>
          </p:nvCxnSpPr>
          <p:spPr>
            <a:xfrm>
              <a:off x="4262762" y="4530570"/>
              <a:ext cx="6835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2 9">
              <a:extLst>
                <a:ext uri="{FF2B5EF4-FFF2-40B4-BE49-F238E27FC236}">
                  <a16:creationId xmlns:a16="http://schemas.microsoft.com/office/drawing/2014/main" id="{E6013072-B888-4788-25B8-5F5693098B33}"/>
                </a:ext>
              </a:extLst>
            </p:cNvPr>
            <p:cNvCxnSpPr/>
            <p:nvPr/>
          </p:nvCxnSpPr>
          <p:spPr>
            <a:xfrm>
              <a:off x="3846992" y="4699247"/>
              <a:ext cx="6835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2 10">
              <a:extLst>
                <a:ext uri="{FF2B5EF4-FFF2-40B4-BE49-F238E27FC236}">
                  <a16:creationId xmlns:a16="http://schemas.microsoft.com/office/drawing/2014/main" id="{44C189BB-26E9-636A-E806-7FE7F466AA3F}"/>
                </a:ext>
              </a:extLst>
            </p:cNvPr>
            <p:cNvCxnSpPr>
              <a:cxnSpLocks/>
            </p:cNvCxnSpPr>
            <p:nvPr/>
          </p:nvCxnSpPr>
          <p:spPr>
            <a:xfrm>
              <a:off x="5017364" y="4876800"/>
              <a:ext cx="513424" cy="3676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2 11">
              <a:extLst>
                <a:ext uri="{FF2B5EF4-FFF2-40B4-BE49-F238E27FC236}">
                  <a16:creationId xmlns:a16="http://schemas.microsoft.com/office/drawing/2014/main" id="{DCAC99CD-E163-0C1F-654A-74017A0108D2}"/>
                </a:ext>
              </a:extLst>
            </p:cNvPr>
            <p:cNvCxnSpPr>
              <a:cxnSpLocks/>
            </p:cNvCxnSpPr>
            <p:nvPr/>
          </p:nvCxnSpPr>
          <p:spPr>
            <a:xfrm>
              <a:off x="4162149" y="5064710"/>
              <a:ext cx="495198" cy="3595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4AB6EC1D-45CB-19F8-7A8C-AF52393BB610}"/>
                </a:ext>
              </a:extLst>
            </p:cNvPr>
            <p:cNvSpPr txBox="1"/>
            <p:nvPr/>
          </p:nvSpPr>
          <p:spPr>
            <a:xfrm>
              <a:off x="5621045" y="2777443"/>
              <a:ext cx="2590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Caption prima sottofigura</a:t>
              </a: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58153819-A061-6696-6498-E006BA54BBFE}"/>
                </a:ext>
              </a:extLst>
            </p:cNvPr>
            <p:cNvSpPr txBox="1"/>
            <p:nvPr/>
          </p:nvSpPr>
          <p:spPr>
            <a:xfrm>
              <a:off x="4926849" y="3044512"/>
              <a:ext cx="2360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Label prima sottofigura</a:t>
              </a: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1A35F60B-DD9F-4A8E-762C-782A91A68510}"/>
                </a:ext>
              </a:extLst>
            </p:cNvPr>
            <p:cNvSpPr txBox="1"/>
            <p:nvPr/>
          </p:nvSpPr>
          <p:spPr>
            <a:xfrm>
              <a:off x="5351543" y="4242248"/>
              <a:ext cx="270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Caption second sottofigura</a:t>
              </a:r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3E568301-6BC0-41B7-E8C0-5914708DE9D1}"/>
                </a:ext>
              </a:extLst>
            </p:cNvPr>
            <p:cNvSpPr txBox="1"/>
            <p:nvPr/>
          </p:nvSpPr>
          <p:spPr>
            <a:xfrm>
              <a:off x="4926849" y="4530570"/>
              <a:ext cx="25882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Label seconda sottofigura</a:t>
              </a: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5CA1E57E-1846-FCDA-A0A3-56824568BF45}"/>
                </a:ext>
              </a:extLst>
            </p:cNvPr>
            <p:cNvSpPr txBox="1"/>
            <p:nvPr/>
          </p:nvSpPr>
          <p:spPr>
            <a:xfrm>
              <a:off x="5541404" y="5025651"/>
              <a:ext cx="2012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Caption della figura</a:t>
              </a: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18B4DF59-43AF-2D9A-512E-FAB626B8C78E}"/>
                </a:ext>
              </a:extLst>
            </p:cNvPr>
            <p:cNvSpPr txBox="1"/>
            <p:nvPr/>
          </p:nvSpPr>
          <p:spPr>
            <a:xfrm>
              <a:off x="4667963" y="5319459"/>
              <a:ext cx="17829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Label della figura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990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5C3A567B-30C8-69E6-9A1D-7CEE33F5899F}"/>
              </a:ext>
            </a:extLst>
          </p:cNvPr>
          <p:cNvGrpSpPr/>
          <p:nvPr/>
        </p:nvGrpSpPr>
        <p:grpSpPr>
          <a:xfrm>
            <a:off x="1686757" y="1127463"/>
            <a:ext cx="8433787" cy="4385569"/>
            <a:chOff x="1686757" y="1127463"/>
            <a:chExt cx="8433787" cy="4385569"/>
          </a:xfrm>
        </p:grpSpPr>
        <p:sp>
          <p:nvSpPr>
            <p:cNvPr id="2" name="Rettangolo 1">
              <a:extLst>
                <a:ext uri="{FF2B5EF4-FFF2-40B4-BE49-F238E27FC236}">
                  <a16:creationId xmlns:a16="http://schemas.microsoft.com/office/drawing/2014/main" id="{6F565271-B01D-7389-E4EF-72D69E0E973B}"/>
                </a:ext>
              </a:extLst>
            </p:cNvPr>
            <p:cNvSpPr/>
            <p:nvPr/>
          </p:nvSpPr>
          <p:spPr>
            <a:xfrm>
              <a:off x="1686757" y="1127463"/>
              <a:ext cx="8433787" cy="43855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F6862BE4-4483-3F9F-C0DA-4517967CA13A}"/>
                </a:ext>
              </a:extLst>
            </p:cNvPr>
            <p:cNvSpPr txBox="1"/>
            <p:nvPr/>
          </p:nvSpPr>
          <p:spPr>
            <a:xfrm>
              <a:off x="1867200" y="1326060"/>
              <a:ext cx="13642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600" dirty="0">
                  <a:solidFill>
                    <a:schemeClr val="bg1"/>
                  </a:solidFill>
                </a:rPr>
                <a:t>Coke</a:t>
              </a:r>
            </a:p>
          </p:txBody>
        </p:sp>
        <p:pic>
          <p:nvPicPr>
            <p:cNvPr id="5" name="Immagine 4" descr="Immagine che contiene testo&#10;&#10;Descrizione generata automaticamente">
              <a:extLst>
                <a:ext uri="{FF2B5EF4-FFF2-40B4-BE49-F238E27FC236}">
                  <a16:creationId xmlns:a16="http://schemas.microsoft.com/office/drawing/2014/main" id="{9011B849-0D8D-D183-864B-813B50E89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9324" y="2481077"/>
              <a:ext cx="2752033" cy="1895845"/>
            </a:xfrm>
            <a:prstGeom prst="rect">
              <a:avLst/>
            </a:prstGeom>
          </p:spPr>
        </p:pic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E1842A53-C71B-2C59-50FC-F494C3B2FB6F}"/>
                </a:ext>
              </a:extLst>
            </p:cNvPr>
            <p:cNvSpPr txBox="1"/>
            <p:nvPr/>
          </p:nvSpPr>
          <p:spPr>
            <a:xfrm>
              <a:off x="8870273" y="1326059"/>
              <a:ext cx="11702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3600" dirty="0">
                  <a:solidFill>
                    <a:schemeClr val="bg1"/>
                  </a:solidFill>
                </a:rPr>
                <a:t>Pepsi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180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F0540D36-9E59-64DC-FCF7-7DD45EAB0813}"/>
              </a:ext>
            </a:extLst>
          </p:cNvPr>
          <p:cNvGrpSpPr/>
          <p:nvPr/>
        </p:nvGrpSpPr>
        <p:grpSpPr>
          <a:xfrm>
            <a:off x="353306" y="1664830"/>
            <a:ext cx="10643786" cy="3031458"/>
            <a:chOff x="353306" y="1664830"/>
            <a:chExt cx="10643786" cy="3031458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2D067FE2-45FB-644D-97FA-20F79B2AC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306" y="1664830"/>
              <a:ext cx="10643786" cy="3031458"/>
            </a:xfrm>
            <a:prstGeom prst="rect">
              <a:avLst/>
            </a:prstGeom>
          </p:spPr>
        </p:pic>
        <p:cxnSp>
          <p:nvCxnSpPr>
            <p:cNvPr id="6" name="Connettore 2 5">
              <a:extLst>
                <a:ext uri="{FF2B5EF4-FFF2-40B4-BE49-F238E27FC236}">
                  <a16:creationId xmlns:a16="http://schemas.microsoft.com/office/drawing/2014/main" id="{7B676A84-AA11-0F93-D96D-AEC2C02D903D}"/>
                </a:ext>
              </a:extLst>
            </p:cNvPr>
            <p:cNvCxnSpPr/>
            <p:nvPr/>
          </p:nvCxnSpPr>
          <p:spPr>
            <a:xfrm>
              <a:off x="7838983" y="2929631"/>
              <a:ext cx="7102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2 6">
              <a:extLst>
                <a:ext uri="{FF2B5EF4-FFF2-40B4-BE49-F238E27FC236}">
                  <a16:creationId xmlns:a16="http://schemas.microsoft.com/office/drawing/2014/main" id="{A4EE0610-0878-1B4C-539C-4AB44B17DAAF}"/>
                </a:ext>
              </a:extLst>
            </p:cNvPr>
            <p:cNvCxnSpPr/>
            <p:nvPr/>
          </p:nvCxnSpPr>
          <p:spPr>
            <a:xfrm>
              <a:off x="6455547" y="3215197"/>
              <a:ext cx="7102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E5759565-29A8-605F-39E5-3E674A797F5E}"/>
                </a:ext>
              </a:extLst>
            </p:cNvPr>
            <p:cNvSpPr txBox="1"/>
            <p:nvPr/>
          </p:nvSpPr>
          <p:spPr>
            <a:xfrm>
              <a:off x="8655728" y="2744965"/>
              <a:ext cx="2110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Caption della tabella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6A22955B-0236-A70B-E87D-6E7598E316FC}"/>
                </a:ext>
              </a:extLst>
            </p:cNvPr>
            <p:cNvSpPr txBox="1"/>
            <p:nvPr/>
          </p:nvSpPr>
          <p:spPr>
            <a:xfrm>
              <a:off x="7272292" y="2995893"/>
              <a:ext cx="2214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Etichetta della tabella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4205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36089640-4C85-65DD-123D-1FB04892367A}"/>
              </a:ext>
            </a:extLst>
          </p:cNvPr>
          <p:cNvGrpSpPr/>
          <p:nvPr/>
        </p:nvGrpSpPr>
        <p:grpSpPr>
          <a:xfrm>
            <a:off x="2183906" y="418680"/>
            <a:ext cx="7791852" cy="6020640"/>
            <a:chOff x="2183906" y="418680"/>
            <a:chExt cx="7791852" cy="6020640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6206AE01-780E-6D79-D3FB-39CB3487E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0705" y="418680"/>
              <a:ext cx="7630590" cy="6020640"/>
            </a:xfrm>
            <a:prstGeom prst="rect">
              <a:avLst/>
            </a:prstGeom>
          </p:spPr>
        </p:pic>
        <p:sp>
          <p:nvSpPr>
            <p:cNvPr id="4" name="Ovale 3">
              <a:extLst>
                <a:ext uri="{FF2B5EF4-FFF2-40B4-BE49-F238E27FC236}">
                  <a16:creationId xmlns:a16="http://schemas.microsoft.com/office/drawing/2014/main" id="{7609EF83-871B-FF42-3010-56FBAB4D08F4}"/>
                </a:ext>
              </a:extLst>
            </p:cNvPr>
            <p:cNvSpPr/>
            <p:nvPr/>
          </p:nvSpPr>
          <p:spPr>
            <a:xfrm>
              <a:off x="2183906" y="1695634"/>
              <a:ext cx="2610036" cy="115409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6" name="Connettore 2 5">
              <a:extLst>
                <a:ext uri="{FF2B5EF4-FFF2-40B4-BE49-F238E27FC236}">
                  <a16:creationId xmlns:a16="http://schemas.microsoft.com/office/drawing/2014/main" id="{EFDA1D95-181D-807A-843B-7B5ED2B60D2A}"/>
                </a:ext>
              </a:extLst>
            </p:cNvPr>
            <p:cNvCxnSpPr/>
            <p:nvPr/>
          </p:nvCxnSpPr>
          <p:spPr>
            <a:xfrm>
              <a:off x="4793942" y="2317072"/>
              <a:ext cx="8078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62B6365A-CE45-F048-3B8D-D086734F0FBA}"/>
                </a:ext>
              </a:extLst>
            </p:cNvPr>
            <p:cNvSpPr txBox="1"/>
            <p:nvPr/>
          </p:nvSpPr>
          <p:spPr>
            <a:xfrm>
              <a:off x="5805997" y="2088016"/>
              <a:ext cx="2800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Aspetto della presentazione</a:t>
              </a:r>
            </a:p>
          </p:txBody>
        </p:sp>
        <p:sp>
          <p:nvSpPr>
            <p:cNvPr id="8" name="Parentesi graffa chiusa 7">
              <a:extLst>
                <a:ext uri="{FF2B5EF4-FFF2-40B4-BE49-F238E27FC236}">
                  <a16:creationId xmlns:a16="http://schemas.microsoft.com/office/drawing/2014/main" id="{280588A2-3E3E-BA27-D4CF-D60376D0246F}"/>
                </a:ext>
              </a:extLst>
            </p:cNvPr>
            <p:cNvSpPr/>
            <p:nvPr/>
          </p:nvSpPr>
          <p:spPr>
            <a:xfrm>
              <a:off x="8416032" y="2601156"/>
              <a:ext cx="190476" cy="373749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5D0B4094-FD3E-6AAE-61C7-C89D707D7E18}"/>
                </a:ext>
              </a:extLst>
            </p:cNvPr>
            <p:cNvSpPr txBox="1"/>
            <p:nvPr/>
          </p:nvSpPr>
          <p:spPr>
            <a:xfrm>
              <a:off x="8710475" y="4285239"/>
              <a:ext cx="12652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Pacchetti e </a:t>
              </a:r>
            </a:p>
            <a:p>
              <a:r>
                <a:rPr lang="it-IT" dirty="0"/>
                <a:t>opzioni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9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5E42A022-EE76-A8F6-A027-9B9C0FF4D6BB}"/>
              </a:ext>
            </a:extLst>
          </p:cNvPr>
          <p:cNvGrpSpPr/>
          <p:nvPr/>
        </p:nvGrpSpPr>
        <p:grpSpPr>
          <a:xfrm>
            <a:off x="1597981" y="1676155"/>
            <a:ext cx="8495930" cy="3943410"/>
            <a:chOff x="1597981" y="1676155"/>
            <a:chExt cx="8495930" cy="3943410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108EA325-510E-6B31-FFEF-9BDDC2DF9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3547" y="1676155"/>
              <a:ext cx="7744906" cy="3505689"/>
            </a:xfrm>
            <a:prstGeom prst="rect">
              <a:avLst/>
            </a:prstGeom>
          </p:spPr>
        </p:pic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49DAD098-390F-504C-E1DB-5AF697CDBCE2}"/>
                </a:ext>
              </a:extLst>
            </p:cNvPr>
            <p:cNvSpPr/>
            <p:nvPr/>
          </p:nvSpPr>
          <p:spPr>
            <a:xfrm>
              <a:off x="1597981" y="3169329"/>
              <a:ext cx="8495930" cy="24502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110223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653986A4-968F-4B03-2DAC-08CC2F69AF55}"/>
              </a:ext>
            </a:extLst>
          </p:cNvPr>
          <p:cNvGrpSpPr/>
          <p:nvPr/>
        </p:nvGrpSpPr>
        <p:grpSpPr>
          <a:xfrm>
            <a:off x="1129869" y="1790494"/>
            <a:ext cx="9932262" cy="2526848"/>
            <a:chOff x="1129869" y="1790494"/>
            <a:chExt cx="9932262" cy="2526848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42D4C342-D88C-DB92-9783-991A2C959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9869" y="1790494"/>
              <a:ext cx="9932262" cy="2526848"/>
            </a:xfrm>
            <a:prstGeom prst="rect">
              <a:avLst/>
            </a:prstGeom>
          </p:spPr>
        </p:pic>
        <p:cxnSp>
          <p:nvCxnSpPr>
            <p:cNvPr id="5" name="Connettore 2 4">
              <a:extLst>
                <a:ext uri="{FF2B5EF4-FFF2-40B4-BE49-F238E27FC236}">
                  <a16:creationId xmlns:a16="http://schemas.microsoft.com/office/drawing/2014/main" id="{0D84A247-63AA-0906-8176-BCD7AD3721EB}"/>
                </a:ext>
              </a:extLst>
            </p:cNvPr>
            <p:cNvCxnSpPr/>
            <p:nvPr/>
          </p:nvCxnSpPr>
          <p:spPr>
            <a:xfrm>
              <a:off x="3266983" y="3053918"/>
              <a:ext cx="15713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8EFFD8ED-526E-EA18-1A05-A25C8A00DE04}"/>
                </a:ext>
              </a:extLst>
            </p:cNvPr>
            <p:cNvSpPr txBox="1"/>
            <p:nvPr/>
          </p:nvSpPr>
          <p:spPr>
            <a:xfrm>
              <a:off x="5086905" y="2869252"/>
              <a:ext cx="5299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Etichetta che permette di richiamare la figura nel testo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20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EF9B9509-4CDB-7B93-B84F-65BBE16056E5}"/>
              </a:ext>
            </a:extLst>
          </p:cNvPr>
          <p:cNvGrpSpPr/>
          <p:nvPr/>
        </p:nvGrpSpPr>
        <p:grpSpPr>
          <a:xfrm>
            <a:off x="1366190" y="1258036"/>
            <a:ext cx="10087752" cy="3747295"/>
            <a:chOff x="1366190" y="1258036"/>
            <a:chExt cx="10087752" cy="3747295"/>
          </a:xfrm>
        </p:grpSpPr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9C3970E4-9324-9150-5EB4-0F95085F8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6190" y="1258036"/>
              <a:ext cx="9269119" cy="16385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F2CA2A53-33E1-41F4-4D34-AFFFC1E6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8532" y="2719011"/>
              <a:ext cx="9305410" cy="22863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709836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o 21">
            <a:extLst>
              <a:ext uri="{FF2B5EF4-FFF2-40B4-BE49-F238E27FC236}">
                <a16:creationId xmlns:a16="http://schemas.microsoft.com/office/drawing/2014/main" id="{2B4B474A-F164-8456-8822-E4456A313305}"/>
              </a:ext>
            </a:extLst>
          </p:cNvPr>
          <p:cNvGrpSpPr/>
          <p:nvPr/>
        </p:nvGrpSpPr>
        <p:grpSpPr>
          <a:xfrm>
            <a:off x="3109495" y="1640443"/>
            <a:ext cx="5973009" cy="2836453"/>
            <a:chOff x="3109495" y="1640443"/>
            <a:chExt cx="5973009" cy="2836453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5D5DDF53-184B-EF4B-56E3-BF9CF7845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9495" y="2381104"/>
              <a:ext cx="5973009" cy="2095792"/>
            </a:xfrm>
            <a:prstGeom prst="rect">
              <a:avLst/>
            </a:prstGeom>
          </p:spPr>
        </p:pic>
        <p:cxnSp>
          <p:nvCxnSpPr>
            <p:cNvPr id="7" name="Connettore 2 6">
              <a:extLst>
                <a:ext uri="{FF2B5EF4-FFF2-40B4-BE49-F238E27FC236}">
                  <a16:creationId xmlns:a16="http://schemas.microsoft.com/office/drawing/2014/main" id="{18B3351F-1234-32B4-F3B5-92B46F914C16}"/>
                </a:ext>
              </a:extLst>
            </p:cNvPr>
            <p:cNvCxnSpPr/>
            <p:nvPr/>
          </p:nvCxnSpPr>
          <p:spPr>
            <a:xfrm flipV="1">
              <a:off x="3905250" y="2009775"/>
              <a:ext cx="180975" cy="3713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03C45335-9DFB-288E-3159-F0C42E6B95FE}"/>
                </a:ext>
              </a:extLst>
            </p:cNvPr>
            <p:cNvSpPr txBox="1"/>
            <p:nvPr/>
          </p:nvSpPr>
          <p:spPr>
            <a:xfrm>
              <a:off x="3784384" y="1640443"/>
              <a:ext cx="7970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Name </a:t>
              </a:r>
            </a:p>
          </p:txBody>
        </p:sp>
        <p:cxnSp>
          <p:nvCxnSpPr>
            <p:cNvPr id="10" name="Connettore 2 9">
              <a:extLst>
                <a:ext uri="{FF2B5EF4-FFF2-40B4-BE49-F238E27FC236}">
                  <a16:creationId xmlns:a16="http://schemas.microsoft.com/office/drawing/2014/main" id="{88B4CF20-FB54-7DCF-357A-AE3058BD62C0}"/>
                </a:ext>
              </a:extLst>
            </p:cNvPr>
            <p:cNvCxnSpPr/>
            <p:nvPr/>
          </p:nvCxnSpPr>
          <p:spPr>
            <a:xfrm flipV="1">
              <a:off x="5672831" y="2121763"/>
              <a:ext cx="0" cy="4350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19CA90CC-D3CD-96F0-6DFC-8CC06F6FCD9B}"/>
                </a:ext>
              </a:extLst>
            </p:cNvPr>
            <p:cNvSpPr txBox="1"/>
            <p:nvPr/>
          </p:nvSpPr>
          <p:spPr>
            <a:xfrm>
              <a:off x="5274324" y="1752431"/>
              <a:ext cx="161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err="1"/>
                <a:t>What</a:t>
              </a:r>
              <a:r>
                <a:rPr lang="it-IT" dirty="0"/>
                <a:t> users </a:t>
              </a:r>
              <a:r>
                <a:rPr lang="it-IT" dirty="0" err="1"/>
                <a:t>see</a:t>
              </a:r>
              <a:endParaRPr lang="it-IT" dirty="0"/>
            </a:p>
          </p:txBody>
        </p:sp>
        <p:cxnSp>
          <p:nvCxnSpPr>
            <p:cNvPr id="13" name="Connettore 2 12">
              <a:extLst>
                <a:ext uri="{FF2B5EF4-FFF2-40B4-BE49-F238E27FC236}">
                  <a16:creationId xmlns:a16="http://schemas.microsoft.com/office/drawing/2014/main" id="{5D540603-79F1-19AA-023B-ED013C3E13F9}"/>
                </a:ext>
              </a:extLst>
            </p:cNvPr>
            <p:cNvCxnSpPr/>
            <p:nvPr/>
          </p:nvCxnSpPr>
          <p:spPr>
            <a:xfrm flipV="1">
              <a:off x="7155402" y="2272683"/>
              <a:ext cx="310718" cy="506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D88DF940-5D8B-CDC8-508B-40FF523FE63C}"/>
                </a:ext>
              </a:extLst>
            </p:cNvPr>
            <p:cNvSpPr txBox="1"/>
            <p:nvPr/>
          </p:nvSpPr>
          <p:spPr>
            <a:xfrm>
              <a:off x="7051337" y="1882102"/>
              <a:ext cx="1641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How </a:t>
              </a:r>
              <a:r>
                <a:rPr lang="it-IT" dirty="0" err="1"/>
                <a:t>they</a:t>
              </a:r>
              <a:r>
                <a:rPr lang="it-IT" dirty="0"/>
                <a:t> </a:t>
              </a:r>
              <a:r>
                <a:rPr lang="it-IT" dirty="0" err="1"/>
                <a:t>see</a:t>
              </a:r>
              <a:r>
                <a:rPr lang="it-IT" dirty="0"/>
                <a:t> </a:t>
              </a:r>
              <a:r>
                <a:rPr lang="it-IT" dirty="0" err="1"/>
                <a:t>it</a:t>
              </a:r>
              <a:endParaRPr lang="it-IT" dirty="0"/>
            </a:p>
          </p:txBody>
        </p:sp>
        <p:cxnSp>
          <p:nvCxnSpPr>
            <p:cNvPr id="16" name="Connettore 2 15">
              <a:extLst>
                <a:ext uri="{FF2B5EF4-FFF2-40B4-BE49-F238E27FC236}">
                  <a16:creationId xmlns:a16="http://schemas.microsoft.com/office/drawing/2014/main" id="{926B8974-377B-5751-CC1F-857B0C352844}"/>
                </a:ext>
              </a:extLst>
            </p:cNvPr>
            <p:cNvCxnSpPr>
              <a:cxnSpLocks/>
            </p:cNvCxnSpPr>
            <p:nvPr/>
          </p:nvCxnSpPr>
          <p:spPr>
            <a:xfrm>
              <a:off x="5424256" y="3195961"/>
              <a:ext cx="658302" cy="267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B0DEC97A-560C-935F-4DAD-EEBF117F389C}"/>
                </a:ext>
              </a:extLst>
            </p:cNvPr>
            <p:cNvSpPr txBox="1"/>
            <p:nvPr/>
          </p:nvSpPr>
          <p:spPr>
            <a:xfrm>
              <a:off x="6221963" y="3038052"/>
              <a:ext cx="819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err="1"/>
                <a:t>Where</a:t>
              </a:r>
              <a:endParaRPr lang="it-IT" dirty="0"/>
            </a:p>
          </p:txBody>
        </p:sp>
        <p:cxnSp>
          <p:nvCxnSpPr>
            <p:cNvPr id="19" name="Connettore 2 18">
              <a:extLst>
                <a:ext uri="{FF2B5EF4-FFF2-40B4-BE49-F238E27FC236}">
                  <a16:creationId xmlns:a16="http://schemas.microsoft.com/office/drawing/2014/main" id="{DECE5301-10A7-6F3F-CA49-7BA794A62D23}"/>
                </a:ext>
              </a:extLst>
            </p:cNvPr>
            <p:cNvCxnSpPr/>
            <p:nvPr/>
          </p:nvCxnSpPr>
          <p:spPr>
            <a:xfrm>
              <a:off x="4962617" y="3429000"/>
              <a:ext cx="1349406" cy="255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02E76B02-259D-20F0-1E03-AA2EFE591A6A}"/>
                </a:ext>
              </a:extLst>
            </p:cNvPr>
            <p:cNvSpPr txBox="1"/>
            <p:nvPr/>
          </p:nvSpPr>
          <p:spPr>
            <a:xfrm>
              <a:off x="6359154" y="3482059"/>
              <a:ext cx="9516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How big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9212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o 25">
            <a:extLst>
              <a:ext uri="{FF2B5EF4-FFF2-40B4-BE49-F238E27FC236}">
                <a16:creationId xmlns:a16="http://schemas.microsoft.com/office/drawing/2014/main" id="{E8BFA275-3006-91B2-7E11-94667E6B6A90}"/>
              </a:ext>
            </a:extLst>
          </p:cNvPr>
          <p:cNvGrpSpPr/>
          <p:nvPr/>
        </p:nvGrpSpPr>
        <p:grpSpPr>
          <a:xfrm>
            <a:off x="3557233" y="1501629"/>
            <a:ext cx="6308220" cy="3196206"/>
            <a:chOff x="3557233" y="1501629"/>
            <a:chExt cx="6139489" cy="3103872"/>
          </a:xfrm>
        </p:grpSpPr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0142F910-3EBE-3681-0147-C8094DE3B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57233" y="2252498"/>
              <a:ext cx="5077534" cy="2353003"/>
            </a:xfrm>
            <a:prstGeom prst="rect">
              <a:avLst/>
            </a:prstGeom>
          </p:spPr>
        </p:pic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50DB216F-164F-3FFF-3ADD-4C694CAC1C8A}"/>
                </a:ext>
              </a:extLst>
            </p:cNvPr>
            <p:cNvCxnSpPr/>
            <p:nvPr/>
          </p:nvCxnSpPr>
          <p:spPr>
            <a:xfrm flipV="1">
              <a:off x="5144655" y="1810327"/>
              <a:ext cx="0" cy="4156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EBF44892-A089-699B-5D50-893EB48C93E9}"/>
                </a:ext>
              </a:extLst>
            </p:cNvPr>
            <p:cNvSpPr/>
            <p:nvPr/>
          </p:nvSpPr>
          <p:spPr>
            <a:xfrm>
              <a:off x="4857226" y="2449584"/>
              <a:ext cx="3710429" cy="46139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1" name="Connettore 2 10">
              <a:extLst>
                <a:ext uri="{FF2B5EF4-FFF2-40B4-BE49-F238E27FC236}">
                  <a16:creationId xmlns:a16="http://schemas.microsoft.com/office/drawing/2014/main" id="{2E9C35F8-2822-7C2C-31D6-5E084A53B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2440" y="2018145"/>
              <a:ext cx="334906" cy="4314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9F64931D-4A9E-BE1F-B791-D696B1A0A390}"/>
                </a:ext>
              </a:extLst>
            </p:cNvPr>
            <p:cNvSpPr/>
            <p:nvPr/>
          </p:nvSpPr>
          <p:spPr>
            <a:xfrm>
              <a:off x="3733101" y="2910978"/>
              <a:ext cx="4834554" cy="89762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5" name="Connettore 2 14">
              <a:extLst>
                <a:ext uri="{FF2B5EF4-FFF2-40B4-BE49-F238E27FC236}">
                  <a16:creationId xmlns:a16="http://schemas.microsoft.com/office/drawing/2014/main" id="{B3F6B370-5C7E-39D9-9E23-75EB3138B4E8}"/>
                </a:ext>
              </a:extLst>
            </p:cNvPr>
            <p:cNvCxnSpPr>
              <a:cxnSpLocks/>
            </p:cNvCxnSpPr>
            <p:nvPr/>
          </p:nvCxnSpPr>
          <p:spPr>
            <a:xfrm>
              <a:off x="8567655" y="3359789"/>
              <a:ext cx="4499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2 16">
              <a:extLst>
                <a:ext uri="{FF2B5EF4-FFF2-40B4-BE49-F238E27FC236}">
                  <a16:creationId xmlns:a16="http://schemas.microsoft.com/office/drawing/2014/main" id="{0FB17F2F-5046-A54F-1602-A6936AC7E0FF}"/>
                </a:ext>
              </a:extLst>
            </p:cNvPr>
            <p:cNvCxnSpPr>
              <a:cxnSpLocks/>
            </p:cNvCxnSpPr>
            <p:nvPr/>
          </p:nvCxnSpPr>
          <p:spPr>
            <a:xfrm>
              <a:off x="7226815" y="3940028"/>
              <a:ext cx="4499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7D44A1A9-3B25-2B84-26A3-7FC67B48CA77}"/>
                </a:ext>
              </a:extLst>
            </p:cNvPr>
            <p:cNvCxnSpPr>
              <a:cxnSpLocks/>
            </p:cNvCxnSpPr>
            <p:nvPr/>
          </p:nvCxnSpPr>
          <p:spPr>
            <a:xfrm>
              <a:off x="6338980" y="4226651"/>
              <a:ext cx="373460" cy="1104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E56AB571-C557-66D8-378E-4147C5CA881F}"/>
                </a:ext>
              </a:extLst>
            </p:cNvPr>
            <p:cNvSpPr/>
            <p:nvPr/>
          </p:nvSpPr>
          <p:spPr>
            <a:xfrm>
              <a:off x="4857226" y="1501629"/>
              <a:ext cx="1006679" cy="2821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2715980B-FDAC-CA2A-4CD9-D0C7F252803E}"/>
                </a:ext>
              </a:extLst>
            </p:cNvPr>
            <p:cNvSpPr txBox="1"/>
            <p:nvPr/>
          </p:nvSpPr>
          <p:spPr>
            <a:xfrm>
              <a:off x="5008228" y="1501629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Name</a:t>
              </a:r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17CF7A4C-48E3-1DB5-9EFC-11EDB4DA66C9}"/>
                </a:ext>
              </a:extLst>
            </p:cNvPr>
            <p:cNvSpPr txBox="1"/>
            <p:nvPr/>
          </p:nvSpPr>
          <p:spPr>
            <a:xfrm>
              <a:off x="6829237" y="1711273"/>
              <a:ext cx="20733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Left and </a:t>
              </a:r>
              <a:r>
                <a:rPr lang="it-IT" dirty="0" err="1"/>
                <a:t>right</a:t>
              </a:r>
              <a:r>
                <a:rPr lang="it-IT" dirty="0"/>
                <a:t> labels</a:t>
              </a: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717BA671-BAC6-6CC2-9493-418AF8BE978A}"/>
                </a:ext>
              </a:extLst>
            </p:cNvPr>
            <p:cNvSpPr txBox="1"/>
            <p:nvPr/>
          </p:nvSpPr>
          <p:spPr>
            <a:xfrm>
              <a:off x="9017571" y="3175123"/>
              <a:ext cx="679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Trials</a:t>
              </a: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BBE391A3-6777-F24B-B380-4702A48B2C27}"/>
                </a:ext>
              </a:extLst>
            </p:cNvPr>
            <p:cNvSpPr txBox="1"/>
            <p:nvPr/>
          </p:nvSpPr>
          <p:spPr>
            <a:xfrm>
              <a:off x="7730991" y="3755363"/>
              <a:ext cx="903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479A7AFB-B27D-ED2F-20DB-02C146A3F505}"/>
                </a:ext>
              </a:extLst>
            </p:cNvPr>
            <p:cNvSpPr txBox="1"/>
            <p:nvPr/>
          </p:nvSpPr>
          <p:spPr>
            <a:xfrm>
              <a:off x="6723323" y="4174383"/>
              <a:ext cx="277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 err="1"/>
                <a:t>Correct</a:t>
              </a:r>
              <a:r>
                <a:rPr lang="it-IT" dirty="0"/>
                <a:t> </a:t>
              </a:r>
              <a:r>
                <a:rPr lang="it-IT" dirty="0" err="1"/>
                <a:t>response</a:t>
              </a:r>
              <a:r>
                <a:rPr lang="it-IT" dirty="0"/>
                <a:t> </a:t>
              </a:r>
              <a:r>
                <a:rPr lang="it-IT" dirty="0" err="1"/>
                <a:t>needed</a:t>
              </a:r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636168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62F8975E-823F-D351-FF13-C65E09F8D62E}"/>
              </a:ext>
            </a:extLst>
          </p:cNvPr>
          <p:cNvSpPr/>
          <p:nvPr/>
        </p:nvSpPr>
        <p:spPr>
          <a:xfrm>
            <a:off x="568171" y="144817"/>
            <a:ext cx="4731798" cy="2838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E7A940B-7767-F051-0947-AF17F5393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567649" cy="806727"/>
          </a:xfrm>
        </p:spPr>
        <p:txBody>
          <a:bodyPr>
            <a:normAutofit/>
          </a:bodyPr>
          <a:lstStyle/>
          <a:p>
            <a:r>
              <a:rPr lang="it-IT" sz="2400" b="1" dirty="0" err="1"/>
              <a:t>Fruit</a:t>
            </a:r>
            <a:endParaRPr lang="it-IT" sz="2400" b="1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C34EB7D9-A68C-EF6C-101C-964E8ED4763C}"/>
              </a:ext>
            </a:extLst>
          </p:cNvPr>
          <p:cNvSpPr txBox="1">
            <a:spLocks/>
          </p:cNvSpPr>
          <p:nvPr/>
        </p:nvSpPr>
        <p:spPr>
          <a:xfrm>
            <a:off x="4177685" y="433988"/>
            <a:ext cx="1042386" cy="668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400" b="1" dirty="0"/>
              <a:t>Good</a:t>
            </a:r>
          </a:p>
        </p:txBody>
      </p:sp>
      <p:pic>
        <p:nvPicPr>
          <p:cNvPr id="1026" name="Picture 2" descr="Coccinellidae - Wikipedia">
            <a:extLst>
              <a:ext uri="{FF2B5EF4-FFF2-40B4-BE49-F238E27FC236}">
                <a16:creationId xmlns:a16="http://schemas.microsoft.com/office/drawing/2014/main" id="{AC0F1E1D-3CB9-38E1-2CBE-0370692858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350" y="1102987"/>
            <a:ext cx="1940325" cy="129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po 7">
            <a:extLst>
              <a:ext uri="{FF2B5EF4-FFF2-40B4-BE49-F238E27FC236}">
                <a16:creationId xmlns:a16="http://schemas.microsoft.com/office/drawing/2014/main" id="{875693D4-CF49-6158-85A6-4C0D1BFC9CE2}"/>
              </a:ext>
            </a:extLst>
          </p:cNvPr>
          <p:cNvGrpSpPr/>
          <p:nvPr/>
        </p:nvGrpSpPr>
        <p:grpSpPr>
          <a:xfrm>
            <a:off x="6096000" y="152582"/>
            <a:ext cx="4731798" cy="2838080"/>
            <a:chOff x="6096000" y="152582"/>
            <a:chExt cx="4731798" cy="2838080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03694640-B077-A2DE-20CD-77E2B5FE18D5}"/>
                </a:ext>
              </a:extLst>
            </p:cNvPr>
            <p:cNvSpPr/>
            <p:nvPr/>
          </p:nvSpPr>
          <p:spPr>
            <a:xfrm>
              <a:off x="6096000" y="152582"/>
              <a:ext cx="4731798" cy="2838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Titolo 1">
              <a:extLst>
                <a:ext uri="{FF2B5EF4-FFF2-40B4-BE49-F238E27FC236}">
                  <a16:creationId xmlns:a16="http://schemas.microsoft.com/office/drawing/2014/main" id="{DAE877CC-9A9C-5189-54C6-5984B4E87645}"/>
                </a:ext>
              </a:extLst>
            </p:cNvPr>
            <p:cNvSpPr txBox="1">
              <a:spLocks/>
            </p:cNvSpPr>
            <p:nvPr/>
          </p:nvSpPr>
          <p:spPr>
            <a:xfrm>
              <a:off x="6366029" y="365125"/>
              <a:ext cx="1567649" cy="8067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it-IT" sz="2400" b="1"/>
                <a:t>Fruit</a:t>
              </a:r>
              <a:endParaRPr lang="it-IT" sz="2400" b="1" dirty="0"/>
            </a:p>
          </p:txBody>
        </p:sp>
        <p:sp>
          <p:nvSpPr>
            <p:cNvPr id="12" name="Titolo 1">
              <a:extLst>
                <a:ext uri="{FF2B5EF4-FFF2-40B4-BE49-F238E27FC236}">
                  <a16:creationId xmlns:a16="http://schemas.microsoft.com/office/drawing/2014/main" id="{B3A40B7D-B169-0603-2404-FB23768EE6FE}"/>
                </a:ext>
              </a:extLst>
            </p:cNvPr>
            <p:cNvSpPr txBox="1">
              <a:spLocks/>
            </p:cNvSpPr>
            <p:nvPr/>
          </p:nvSpPr>
          <p:spPr>
            <a:xfrm>
              <a:off x="9705514" y="433988"/>
              <a:ext cx="1042386" cy="6689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it-IT" sz="2400" b="1" dirty="0"/>
                <a:t>Good</a:t>
              </a:r>
            </a:p>
          </p:txBody>
        </p:sp>
        <p:pic>
          <p:nvPicPr>
            <p:cNvPr id="1028" name="Picture 4" descr="175,974 Apple Cut Out Stock Photos, Pictures &amp; Royalty-Free Images - iStock">
              <a:extLst>
                <a:ext uri="{FF2B5EF4-FFF2-40B4-BE49-F238E27FC236}">
                  <a16:creationId xmlns:a16="http://schemas.microsoft.com/office/drawing/2014/main" id="{9CE475B4-8B26-CF14-D3F4-5DDD936310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8198" y="824752"/>
              <a:ext cx="1642001" cy="1642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2816DFF4-B7B3-F248-9732-9F5060CC53AD}"/>
              </a:ext>
            </a:extLst>
          </p:cNvPr>
          <p:cNvGrpSpPr/>
          <p:nvPr/>
        </p:nvGrpSpPr>
        <p:grpSpPr>
          <a:xfrm>
            <a:off x="636511" y="3374097"/>
            <a:ext cx="4731798" cy="2838080"/>
            <a:chOff x="636511" y="3374097"/>
            <a:chExt cx="4731798" cy="2838080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8908A853-EA3B-63FA-C5B7-0F92325AC62A}"/>
                </a:ext>
              </a:extLst>
            </p:cNvPr>
            <p:cNvSpPr/>
            <p:nvPr/>
          </p:nvSpPr>
          <p:spPr>
            <a:xfrm>
              <a:off x="636511" y="3374097"/>
              <a:ext cx="4731798" cy="2838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0" name="Titolo 1">
              <a:extLst>
                <a:ext uri="{FF2B5EF4-FFF2-40B4-BE49-F238E27FC236}">
                  <a16:creationId xmlns:a16="http://schemas.microsoft.com/office/drawing/2014/main" id="{66E2CE5B-C9CE-E8E1-9DB3-3D4C18D264E3}"/>
                </a:ext>
              </a:extLst>
            </p:cNvPr>
            <p:cNvSpPr txBox="1">
              <a:spLocks/>
            </p:cNvSpPr>
            <p:nvPr/>
          </p:nvSpPr>
          <p:spPr>
            <a:xfrm>
              <a:off x="3800660" y="3374097"/>
              <a:ext cx="1567649" cy="8067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2400" b="1" dirty="0"/>
                <a:t>Dogs</a:t>
              </a:r>
            </a:p>
            <a:p>
              <a:pPr algn="ctr"/>
              <a:r>
                <a:rPr lang="it-IT" sz="2400" b="1" dirty="0">
                  <a:solidFill>
                    <a:srgbClr val="00B050"/>
                  </a:solidFill>
                </a:rPr>
                <a:t>Good</a:t>
              </a:r>
            </a:p>
            <a:p>
              <a:pPr algn="ctr"/>
              <a:r>
                <a:rPr lang="it-IT" sz="1400" b="1" dirty="0"/>
                <a:t>Key: P</a:t>
              </a:r>
            </a:p>
          </p:txBody>
        </p:sp>
        <p:sp>
          <p:nvSpPr>
            <p:cNvPr id="22" name="Titolo 1">
              <a:extLst>
                <a:ext uri="{FF2B5EF4-FFF2-40B4-BE49-F238E27FC236}">
                  <a16:creationId xmlns:a16="http://schemas.microsoft.com/office/drawing/2014/main" id="{2AA750A5-7AA2-97D9-78C7-AD5E200DC256}"/>
                </a:ext>
              </a:extLst>
            </p:cNvPr>
            <p:cNvSpPr txBox="1">
              <a:spLocks/>
            </p:cNvSpPr>
            <p:nvPr/>
          </p:nvSpPr>
          <p:spPr>
            <a:xfrm>
              <a:off x="3652422" y="5310187"/>
              <a:ext cx="1567649" cy="8067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2400" b="1" dirty="0"/>
                <a:t>Cats</a:t>
              </a:r>
            </a:p>
            <a:p>
              <a:pPr algn="ctr"/>
              <a:r>
                <a:rPr lang="it-IT" sz="2400" b="1" dirty="0">
                  <a:solidFill>
                    <a:srgbClr val="00B050"/>
                  </a:solidFill>
                </a:rPr>
                <a:t>Good</a:t>
              </a:r>
            </a:p>
            <a:p>
              <a:pPr algn="ctr"/>
              <a:r>
                <a:rPr lang="it-IT" sz="1200" b="1" dirty="0"/>
                <a:t>Key: M</a:t>
              </a:r>
            </a:p>
          </p:txBody>
        </p:sp>
        <p:sp>
          <p:nvSpPr>
            <p:cNvPr id="23" name="Titolo 1">
              <a:extLst>
                <a:ext uri="{FF2B5EF4-FFF2-40B4-BE49-F238E27FC236}">
                  <a16:creationId xmlns:a16="http://schemas.microsoft.com/office/drawing/2014/main" id="{516C53DD-6AAA-EA06-1FF8-9D9748683C5A}"/>
                </a:ext>
              </a:extLst>
            </p:cNvPr>
            <p:cNvSpPr txBox="1">
              <a:spLocks/>
            </p:cNvSpPr>
            <p:nvPr/>
          </p:nvSpPr>
          <p:spPr>
            <a:xfrm>
              <a:off x="679879" y="3429000"/>
              <a:ext cx="1567649" cy="8067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2400" b="1" dirty="0"/>
                <a:t>Dogs</a:t>
              </a:r>
            </a:p>
            <a:p>
              <a:pPr algn="ctr"/>
              <a:r>
                <a:rPr lang="it-IT" sz="2400" b="1" dirty="0" err="1">
                  <a:solidFill>
                    <a:srgbClr val="00B050"/>
                  </a:solidFill>
                </a:rPr>
                <a:t>Bad</a:t>
              </a:r>
              <a:endParaRPr lang="it-IT" sz="2400" b="1" dirty="0">
                <a:solidFill>
                  <a:srgbClr val="00B050"/>
                </a:solidFill>
              </a:endParaRPr>
            </a:p>
            <a:p>
              <a:pPr algn="ctr"/>
              <a:r>
                <a:rPr lang="it-IT" sz="1400" b="1" dirty="0"/>
                <a:t>Key: Q</a:t>
              </a:r>
            </a:p>
          </p:txBody>
        </p:sp>
        <p:sp>
          <p:nvSpPr>
            <p:cNvPr id="24" name="Titolo 1">
              <a:extLst>
                <a:ext uri="{FF2B5EF4-FFF2-40B4-BE49-F238E27FC236}">
                  <a16:creationId xmlns:a16="http://schemas.microsoft.com/office/drawing/2014/main" id="{F0862620-433C-791C-F839-08A61F534FB5}"/>
                </a:ext>
              </a:extLst>
            </p:cNvPr>
            <p:cNvSpPr txBox="1">
              <a:spLocks/>
            </p:cNvSpPr>
            <p:nvPr/>
          </p:nvSpPr>
          <p:spPr>
            <a:xfrm>
              <a:off x="707530" y="5310186"/>
              <a:ext cx="1567649" cy="8067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2400" b="1" dirty="0"/>
                <a:t>Cats</a:t>
              </a:r>
            </a:p>
            <a:p>
              <a:pPr algn="ctr"/>
              <a:r>
                <a:rPr lang="it-IT" sz="2400" b="1" dirty="0" err="1">
                  <a:solidFill>
                    <a:srgbClr val="00B050"/>
                  </a:solidFill>
                </a:rPr>
                <a:t>Bad</a:t>
              </a:r>
              <a:endParaRPr lang="it-IT" sz="2400" b="1" dirty="0">
                <a:solidFill>
                  <a:srgbClr val="00B050"/>
                </a:solidFill>
              </a:endParaRPr>
            </a:p>
            <a:p>
              <a:pPr algn="ctr"/>
              <a:r>
                <a:rPr lang="it-IT" sz="1200" b="1" dirty="0"/>
                <a:t>Key: C</a:t>
              </a:r>
            </a:p>
          </p:txBody>
        </p:sp>
        <p:pic>
          <p:nvPicPr>
            <p:cNvPr id="1034" name="Picture 10" descr="Reader's Digest | 22 Beautiful Black Cat Breeds">
              <a:extLst>
                <a:ext uri="{FF2B5EF4-FFF2-40B4-BE49-F238E27FC236}">
                  <a16:creationId xmlns:a16="http://schemas.microsoft.com/office/drawing/2014/main" id="{392791A7-10BD-179B-F79D-3A540F256B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7115" y="4340984"/>
              <a:ext cx="1413910" cy="920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itolo 1">
              <a:extLst>
                <a:ext uri="{FF2B5EF4-FFF2-40B4-BE49-F238E27FC236}">
                  <a16:creationId xmlns:a16="http://schemas.microsoft.com/office/drawing/2014/main" id="{E2F7E4E1-33D4-879E-3477-2FAD48D5D5A8}"/>
                </a:ext>
              </a:extLst>
            </p:cNvPr>
            <p:cNvSpPr txBox="1">
              <a:spLocks/>
            </p:cNvSpPr>
            <p:nvPr/>
          </p:nvSpPr>
          <p:spPr>
            <a:xfrm>
              <a:off x="2405849" y="4093651"/>
              <a:ext cx="1135026" cy="20888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2200" b="1" dirty="0" err="1">
                  <a:solidFill>
                    <a:srgbClr val="00B050"/>
                  </a:solidFill>
                </a:rPr>
                <a:t>Lovely</a:t>
              </a:r>
              <a:endParaRPr lang="it-IT" sz="2200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303849F7-9503-7D5C-1041-7D6E78D63E16}"/>
              </a:ext>
            </a:extLst>
          </p:cNvPr>
          <p:cNvGrpSpPr/>
          <p:nvPr/>
        </p:nvGrpSpPr>
        <p:grpSpPr>
          <a:xfrm>
            <a:off x="6085807" y="3374097"/>
            <a:ext cx="4731798" cy="2838080"/>
            <a:chOff x="6085807" y="3374097"/>
            <a:chExt cx="4731798" cy="2838080"/>
          </a:xfrm>
        </p:grpSpPr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A52FD08F-C78A-B967-A302-61F288C980E0}"/>
                </a:ext>
              </a:extLst>
            </p:cNvPr>
            <p:cNvSpPr/>
            <p:nvPr/>
          </p:nvSpPr>
          <p:spPr>
            <a:xfrm>
              <a:off x="6085807" y="3374097"/>
              <a:ext cx="4731798" cy="2838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2" name="Titolo 1">
              <a:extLst>
                <a:ext uri="{FF2B5EF4-FFF2-40B4-BE49-F238E27FC236}">
                  <a16:creationId xmlns:a16="http://schemas.microsoft.com/office/drawing/2014/main" id="{5A633DB1-F0BB-71B0-12D7-8ADBDEE07FE0}"/>
                </a:ext>
              </a:extLst>
            </p:cNvPr>
            <p:cNvSpPr txBox="1">
              <a:spLocks/>
            </p:cNvSpPr>
            <p:nvPr/>
          </p:nvSpPr>
          <p:spPr>
            <a:xfrm>
              <a:off x="9249956" y="3374097"/>
              <a:ext cx="1567649" cy="8067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2400" b="1" dirty="0"/>
                <a:t>Dogs</a:t>
              </a:r>
            </a:p>
            <a:p>
              <a:pPr algn="ctr"/>
              <a:r>
                <a:rPr lang="it-IT" sz="2400" b="1" dirty="0">
                  <a:solidFill>
                    <a:srgbClr val="00B050"/>
                  </a:solidFill>
                </a:rPr>
                <a:t>Good</a:t>
              </a:r>
            </a:p>
            <a:p>
              <a:pPr algn="ctr"/>
              <a:r>
                <a:rPr lang="it-IT" sz="1400" b="1" dirty="0"/>
                <a:t>Key: P</a:t>
              </a:r>
            </a:p>
          </p:txBody>
        </p:sp>
        <p:sp>
          <p:nvSpPr>
            <p:cNvPr id="33" name="Titolo 1">
              <a:extLst>
                <a:ext uri="{FF2B5EF4-FFF2-40B4-BE49-F238E27FC236}">
                  <a16:creationId xmlns:a16="http://schemas.microsoft.com/office/drawing/2014/main" id="{586687FD-1DDE-7979-86D2-A5BD1FAEC5DE}"/>
                </a:ext>
              </a:extLst>
            </p:cNvPr>
            <p:cNvSpPr txBox="1">
              <a:spLocks/>
            </p:cNvSpPr>
            <p:nvPr/>
          </p:nvSpPr>
          <p:spPr>
            <a:xfrm>
              <a:off x="9101718" y="5310187"/>
              <a:ext cx="1567649" cy="8067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2400" b="1" dirty="0"/>
                <a:t>Cats</a:t>
              </a:r>
            </a:p>
            <a:p>
              <a:pPr algn="ctr"/>
              <a:r>
                <a:rPr lang="it-IT" sz="2400" b="1" dirty="0">
                  <a:solidFill>
                    <a:srgbClr val="00B050"/>
                  </a:solidFill>
                </a:rPr>
                <a:t>Good</a:t>
              </a:r>
            </a:p>
            <a:p>
              <a:pPr algn="ctr"/>
              <a:r>
                <a:rPr lang="it-IT" sz="1200" b="1" dirty="0"/>
                <a:t>Key: M</a:t>
              </a:r>
            </a:p>
          </p:txBody>
        </p:sp>
        <p:sp>
          <p:nvSpPr>
            <p:cNvPr id="34" name="Titolo 1">
              <a:extLst>
                <a:ext uri="{FF2B5EF4-FFF2-40B4-BE49-F238E27FC236}">
                  <a16:creationId xmlns:a16="http://schemas.microsoft.com/office/drawing/2014/main" id="{0EE35A76-B855-7ED6-3E3F-89AFDE256357}"/>
                </a:ext>
              </a:extLst>
            </p:cNvPr>
            <p:cNvSpPr txBox="1">
              <a:spLocks/>
            </p:cNvSpPr>
            <p:nvPr/>
          </p:nvSpPr>
          <p:spPr>
            <a:xfrm>
              <a:off x="6129175" y="3429000"/>
              <a:ext cx="1567649" cy="8067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2400" b="1" dirty="0"/>
                <a:t>Dogs</a:t>
              </a:r>
            </a:p>
            <a:p>
              <a:pPr algn="ctr"/>
              <a:r>
                <a:rPr lang="it-IT" sz="2400" b="1" dirty="0" err="1">
                  <a:solidFill>
                    <a:srgbClr val="00B050"/>
                  </a:solidFill>
                </a:rPr>
                <a:t>Bad</a:t>
              </a:r>
              <a:endParaRPr lang="it-IT" sz="2400" b="1" dirty="0">
                <a:solidFill>
                  <a:srgbClr val="00B050"/>
                </a:solidFill>
              </a:endParaRPr>
            </a:p>
            <a:p>
              <a:pPr algn="ctr"/>
              <a:r>
                <a:rPr lang="it-IT" sz="1400" b="1" dirty="0"/>
                <a:t>Key: Q</a:t>
              </a:r>
            </a:p>
          </p:txBody>
        </p:sp>
        <p:sp>
          <p:nvSpPr>
            <p:cNvPr id="35" name="Titolo 1">
              <a:extLst>
                <a:ext uri="{FF2B5EF4-FFF2-40B4-BE49-F238E27FC236}">
                  <a16:creationId xmlns:a16="http://schemas.microsoft.com/office/drawing/2014/main" id="{132D9B0F-A302-20E4-15A3-1DCAFE285896}"/>
                </a:ext>
              </a:extLst>
            </p:cNvPr>
            <p:cNvSpPr txBox="1">
              <a:spLocks/>
            </p:cNvSpPr>
            <p:nvPr/>
          </p:nvSpPr>
          <p:spPr>
            <a:xfrm>
              <a:off x="6156826" y="5310186"/>
              <a:ext cx="1567649" cy="8067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2400" b="1" dirty="0"/>
                <a:t>Cats</a:t>
              </a:r>
            </a:p>
            <a:p>
              <a:pPr algn="ctr"/>
              <a:r>
                <a:rPr lang="it-IT" sz="2400" b="1" dirty="0" err="1">
                  <a:solidFill>
                    <a:srgbClr val="00B050"/>
                  </a:solidFill>
                </a:rPr>
                <a:t>Bad</a:t>
              </a:r>
              <a:endParaRPr lang="it-IT" sz="2400" b="1" dirty="0">
                <a:solidFill>
                  <a:srgbClr val="00B050"/>
                </a:solidFill>
              </a:endParaRPr>
            </a:p>
            <a:p>
              <a:pPr algn="ctr"/>
              <a:r>
                <a:rPr lang="it-IT" sz="1200" b="1" dirty="0"/>
                <a:t>Key: C</a:t>
              </a:r>
            </a:p>
          </p:txBody>
        </p:sp>
        <p:sp>
          <p:nvSpPr>
            <p:cNvPr id="37" name="Titolo 1">
              <a:extLst>
                <a:ext uri="{FF2B5EF4-FFF2-40B4-BE49-F238E27FC236}">
                  <a16:creationId xmlns:a16="http://schemas.microsoft.com/office/drawing/2014/main" id="{7C20F9A2-CBDA-57B0-D10B-448A43903ABE}"/>
                </a:ext>
              </a:extLst>
            </p:cNvPr>
            <p:cNvSpPr txBox="1">
              <a:spLocks/>
            </p:cNvSpPr>
            <p:nvPr/>
          </p:nvSpPr>
          <p:spPr>
            <a:xfrm>
              <a:off x="7855145" y="4093651"/>
              <a:ext cx="1135026" cy="20888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2200" b="1" dirty="0" err="1">
                  <a:solidFill>
                    <a:srgbClr val="00B050"/>
                  </a:solidFill>
                </a:rPr>
                <a:t>Lovely</a:t>
              </a:r>
              <a:endParaRPr lang="it-IT" sz="2200" b="1" dirty="0">
                <a:solidFill>
                  <a:srgbClr val="00B050"/>
                </a:solidFill>
              </a:endParaRPr>
            </a:p>
          </p:txBody>
        </p:sp>
        <p:pic>
          <p:nvPicPr>
            <p:cNvPr id="1040" name="Picture 16" descr="How canines capture your heart: scientists explain puppy dog eyes | Animal  behaviour | The Guardian">
              <a:extLst>
                <a:ext uri="{FF2B5EF4-FFF2-40B4-BE49-F238E27FC236}">
                  <a16:creationId xmlns:a16="http://schemas.microsoft.com/office/drawing/2014/main" id="{F2C79309-8F92-CE74-5FBA-1B79D7E555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0303" y="4325785"/>
              <a:ext cx="1484710" cy="1112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87930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5351</TotalTime>
  <Words>108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Fruit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Epifania Marina Ottavia</dc:creator>
  <cp:lastModifiedBy>Marina Ottavia Epifania</cp:lastModifiedBy>
  <cp:revision>8</cp:revision>
  <dcterms:created xsi:type="dcterms:W3CDTF">2022-05-10T09:14:30Z</dcterms:created>
  <dcterms:modified xsi:type="dcterms:W3CDTF">2024-07-15T10:38:44Z</dcterms:modified>
</cp:coreProperties>
</file>